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32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1711654"/>
            <a:ext cx="8458200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주식 데이터 분석·예측 플랫폼
프로젝트 계획서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42900" y="2717471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증권 데이터 기반 예측 모델 및 시각화 시스템 구축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42900" y="4393406"/>
            <a:ext cx="12680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42900" y="4593431"/>
            <a:ext cx="1179810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09. 22 (4주차)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896666" y="4393406"/>
            <a:ext cx="18216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896666" y="4593431"/>
            <a:ext cx="18216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서종범, 김태현, 고상근, 이서원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0" y="4657725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42913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프로젝트 배경과 문제 정의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1114425"/>
            <a:ext cx="8458200" cy="3686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14425"/>
            <a:ext cx="8458200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1457325"/>
            <a:ext cx="405765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01. 시장 배경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2900" y="1878806"/>
            <a:ext cx="4057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투자자의 증가로 주식 데이터에 대한 접근성은 높아졌으나, 방대한 정보를 체계적으로 분석하고 미래를 예측하는 도구는 여전히 제한적입니다.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2900" y="2793206"/>
            <a:ext cx="57150" cy="71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2707481"/>
            <a:ext cx="4057650" cy="1857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주식 관련 기본 용어 및 개념 정립 필요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" y="3093244"/>
            <a:ext cx="57150" cy="71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" y="3007519"/>
            <a:ext cx="4057650" cy="1857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웹 데이터의 파편화 문제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2900" y="3393281"/>
            <a:ext cx="57150" cy="71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" y="3307556"/>
            <a:ext cx="4057650" cy="1857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정보 조회를 넘어선 분석적 통찰 요구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43450" y="1457325"/>
            <a:ext cx="405765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02. 핵심 과제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43450" y="1878806"/>
            <a:ext cx="4057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인터넷에 산재한 주식 데이터를 효율적으로 수집(Spider)하고, 이를 예측 모델(CNN 등)에 적합한 형태로 가공하여 시각화하는 파이프라인을 구축합니다.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43450" y="2793206"/>
            <a:ext cx="57150" cy="71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4743450" y="2707481"/>
            <a:ext cx="4057650" cy="1857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증권 등 신뢰도 높은 소스 활용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43450" y="3093244"/>
            <a:ext cx="57150" cy="71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4743450" y="3007519"/>
            <a:ext cx="4057650" cy="1857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비정형 데이터의 정형화 및 DB 관리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43450" y="3393281"/>
            <a:ext cx="57150" cy="714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8"/>
          <p:cNvSpPr/>
          <p:nvPr/>
        </p:nvSpPr>
        <p:spPr>
          <a:xfrm>
            <a:off x="4743450" y="3307556"/>
            <a:ext cx="4057650" cy="18573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결과의 직관적 차트 시각화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686800" y="4657725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42913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1114425"/>
            <a:ext cx="8458200" cy="3686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14425"/>
            <a:ext cx="8458200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1564481"/>
            <a:ext cx="845820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수집부터 예측 시각화까지,
</a:t>
            </a:r>
            <a:r>
              <a:rPr lang="en-US" sz="1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신뢰할 수 있는 주식 분석 파이프라인</a:t>
            </a:r>
            <a:r>
              <a:rPr lang="en-US" sz="1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 구축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42900" y="2886075"/>
            <a:ext cx="2705081" cy="1464469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" y="2886075"/>
            <a:ext cx="7144" cy="1464469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3114675"/>
            <a:ext cx="2247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STEP 01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71500" y="3371850"/>
            <a:ext cx="22478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자동화된 수집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3736181"/>
            <a:ext cx="22478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Spider를 활용한 네이버 증권 데이터의 안정적인 웹 크롤링 및 엑셀/DB 저장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9431" y="2886075"/>
            <a:ext cx="2705081" cy="1464469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Shape 10"/>
          <p:cNvSpPr/>
          <p:nvPr/>
        </p:nvSpPr>
        <p:spPr>
          <a:xfrm>
            <a:off x="3219431" y="2886075"/>
            <a:ext cx="7144" cy="1464469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1"/>
          <p:cNvSpPr/>
          <p:nvPr/>
        </p:nvSpPr>
        <p:spPr>
          <a:xfrm>
            <a:off x="3448031" y="3114675"/>
            <a:ext cx="2247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STEP 02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448031" y="3371850"/>
            <a:ext cx="22478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지능형 분석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48031" y="3736181"/>
            <a:ext cx="22478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CNN 및 예측 모델을 활용한 데이터 분석 및 유의미한 예측 결과 도출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95963" y="2886075"/>
            <a:ext cx="2705081" cy="1464469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963" y="2886075"/>
            <a:ext cx="7144" cy="1464469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6324563" y="3114675"/>
            <a:ext cx="2247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STEP 03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324563" y="3371850"/>
            <a:ext cx="2247881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직관적 시각화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24563" y="3736181"/>
            <a:ext cx="22478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즉각적으로 판단할 수 있는 차트 기반의 예측 결과 시각화 제공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686800" y="4657725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" y="285750"/>
            <a:ext cx="87439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수집 범위와 데이터 구조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200025" y="746522"/>
            <a:ext cx="8743950" cy="41969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00025" y="746522"/>
            <a:ext cx="8743950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3"/>
          <p:cNvSpPr/>
          <p:nvPr/>
        </p:nvSpPr>
        <p:spPr>
          <a:xfrm>
            <a:off x="200025" y="889397"/>
            <a:ext cx="5857875" cy="4054078"/>
          </a:xfrm>
          <a:prstGeom prst="rect">
            <a:avLst/>
          </a:prstGeom>
          <a:solidFill>
            <a:srgbClr val="0F1724"/>
          </a:solidFill>
          <a:ln w="9144">
            <a:solidFill>
              <a:srgbClr val="1F293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86500" y="932259"/>
            <a:ext cx="26003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0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핵심 데이터 추출 범위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286500" y="1175147"/>
            <a:ext cx="2600325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데이터 그리드 중 분석에 필수적인 좌측 3개 컬럼 영역을 집중적으로 추출하여 모델의 입력값으로 활용합니다.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372225" y="1696641"/>
            <a:ext cx="4286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추출 대상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8179594" y="1696641"/>
            <a:ext cx="6215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좌측 3개 컬럼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372225" y="2003822"/>
            <a:ext cx="5286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소스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272463" y="2003822"/>
            <a:ext cx="5286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네이버 증권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6372225" y="2311003"/>
            <a:ext cx="4286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추출 방식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8001000" y="2311003"/>
            <a:ext cx="8001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Spider 웹 크롤링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372225" y="2618184"/>
            <a:ext cx="4286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저장 형식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293894" y="2618184"/>
            <a:ext cx="5072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Excel / DB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8908256" y="4875609"/>
            <a:ext cx="92869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6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DB0CDC4-ECA7-4FDB-BD13-1667F58DA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47" y="1010840"/>
            <a:ext cx="5220429" cy="3505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42913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전체 개발 흐름 (Pipeline)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1114425"/>
            <a:ext cx="8458200" cy="3686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14425"/>
            <a:ext cx="8458200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328193"/>
            <a:ext cx="571500" cy="571500"/>
          </a:xfrm>
          <a:prstGeom prst="rect">
            <a:avLst/>
          </a:prstGeom>
          <a:solidFill>
            <a:srgbClr val="111827"/>
          </a:solidFill>
          <a:ln w="9144">
            <a:solidFill>
              <a:srgbClr val="E6394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63" y="2499643"/>
            <a:ext cx="25717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9011" y="3042568"/>
            <a:ext cx="10822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59011" y="3306887"/>
            <a:ext cx="1082278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Spider 기반
웹 크롤링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1985963" y="2668191"/>
            <a:ext cx="676256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Shape 7"/>
          <p:cNvSpPr/>
          <p:nvPr/>
        </p:nvSpPr>
        <p:spPr>
          <a:xfrm>
            <a:off x="3162281" y="2328193"/>
            <a:ext cx="571500" cy="571500"/>
          </a:xfrm>
          <a:prstGeom prst="rect">
            <a:avLst/>
          </a:prstGeom>
          <a:solidFill>
            <a:srgbClr val="111827"/>
          </a:solidFill>
          <a:ln w="9144">
            <a:solidFill>
              <a:srgbClr val="E6394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019" y="2499643"/>
            <a:ext cx="200025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62281" y="3042568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Storage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162281" y="3306887"/>
            <a:ext cx="57150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가공 및
DB 관리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4233844" y="2668191"/>
            <a:ext cx="676256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6" name="Shape 11"/>
          <p:cNvSpPr/>
          <p:nvPr/>
        </p:nvSpPr>
        <p:spPr>
          <a:xfrm>
            <a:off x="5410163" y="2328193"/>
            <a:ext cx="571500" cy="571500"/>
          </a:xfrm>
          <a:prstGeom prst="rect">
            <a:avLst/>
          </a:prstGeom>
          <a:solidFill>
            <a:srgbClr val="111827"/>
          </a:solidFill>
          <a:ln w="9144">
            <a:solidFill>
              <a:srgbClr val="E6394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613" y="2499643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4083" y="3042568"/>
            <a:ext cx="70365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344083" y="3306887"/>
            <a:ext cx="70365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CNN / 예측 모델
데이터 분석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6481725" y="2668191"/>
            <a:ext cx="676256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Shape 15"/>
          <p:cNvSpPr/>
          <p:nvPr/>
        </p:nvSpPr>
        <p:spPr>
          <a:xfrm>
            <a:off x="7658044" y="2328193"/>
            <a:ext cx="571500" cy="571500"/>
          </a:xfrm>
          <a:prstGeom prst="rect">
            <a:avLst/>
          </a:prstGeom>
          <a:solidFill>
            <a:srgbClr val="111827"/>
          </a:solidFill>
          <a:ln w="9144">
            <a:solidFill>
              <a:srgbClr val="E63946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494" y="2499643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1952" y="3042568"/>
            <a:ext cx="9036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491952" y="3306887"/>
            <a:ext cx="903684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
차트 시각화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8686800" y="4657725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42913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팀 역할 분담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1114425"/>
            <a:ext cx="8458200" cy="3686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14425"/>
            <a:ext cx="8458200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457325"/>
            <a:ext cx="2007394" cy="334327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457325"/>
            <a:ext cx="2007394" cy="14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685925"/>
            <a:ext cx="166449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서종범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4350" y="1993106"/>
            <a:ext cx="1664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TEAM LEADER / FRONT-END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14350" y="2307431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기반 홈페이지 담당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4350" y="257599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주식 용어 및 개념 정리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4350" y="284455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기능 구현 총괄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93169" y="1457325"/>
            <a:ext cx="2007394" cy="334327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Shape 11"/>
          <p:cNvSpPr/>
          <p:nvPr/>
        </p:nvSpPr>
        <p:spPr>
          <a:xfrm>
            <a:off x="2493169" y="1457325"/>
            <a:ext cx="2007394" cy="14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5" name="Text 12"/>
          <p:cNvSpPr/>
          <p:nvPr/>
        </p:nvSpPr>
        <p:spPr>
          <a:xfrm>
            <a:off x="514350" y="2307431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4350" y="257599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4350" y="284455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64619" y="1685925"/>
            <a:ext cx="166449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김태현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664619" y="1993106"/>
            <a:ext cx="1664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DB MANAGER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2664619" y="2307431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 설계 및 관리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664619" y="257599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크롤링 데이터 테스트 진행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664619" y="284455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자료 검증 및 확인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43438" y="1457325"/>
            <a:ext cx="2007394" cy="334327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4" name="Shape 21"/>
          <p:cNvSpPr/>
          <p:nvPr/>
        </p:nvSpPr>
        <p:spPr>
          <a:xfrm>
            <a:off x="4643438" y="1457325"/>
            <a:ext cx="2007394" cy="14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5" name="Text 22"/>
          <p:cNvSpPr/>
          <p:nvPr/>
        </p:nvSpPr>
        <p:spPr>
          <a:xfrm>
            <a:off x="2664619" y="2307431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664619" y="257599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664619" y="284455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14888" y="1685925"/>
            <a:ext cx="166449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고상근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14888" y="1993106"/>
            <a:ext cx="1664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PYTHON DEVELOPER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814888" y="2307431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파이썬 기반 웹 크롤링 구현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814888" y="257599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기능 및 구현 방향 결정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814888" y="284455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인원별 역할 분담 지정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793706" y="1457325"/>
            <a:ext cx="2007394" cy="334327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4" name="Shape 31"/>
          <p:cNvSpPr/>
          <p:nvPr/>
        </p:nvSpPr>
        <p:spPr>
          <a:xfrm>
            <a:off x="6793706" y="1457325"/>
            <a:ext cx="2007394" cy="142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5" name="Text 32"/>
          <p:cNvSpPr/>
          <p:nvPr/>
        </p:nvSpPr>
        <p:spPr>
          <a:xfrm>
            <a:off x="4814888" y="2307431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14888" y="257599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14888" y="284455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965156" y="1685925"/>
            <a:ext cx="1664494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이서원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965156" y="1993106"/>
            <a:ext cx="1664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DATA ANALYST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6965156" y="2307431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Spider 활용 데이터 분석/가공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965156" y="257599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기획 및 방향 수립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965156" y="2844552"/>
            <a:ext cx="1664494" cy="182835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기능 구상 및 설계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686800" y="4657725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965156" y="2307431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965156" y="257599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965156" y="2844552"/>
            <a:ext cx="35719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·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42913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추진 일정과 산출물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1114425"/>
            <a:ext cx="8458200" cy="3686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14425"/>
            <a:ext cx="8458200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1457325"/>
            <a:ext cx="1428750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PHASE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771650" y="1457325"/>
            <a:ext cx="5186195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TASKS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957845" y="1457325"/>
            <a:ext cx="1843255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r">
              <a:buNone/>
            </a:pPr>
            <a:r>
              <a:rPr lang="en-US" sz="700" b="1" kern="0" spc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STATUS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42900" y="1882378"/>
            <a:ext cx="1428750" cy="535781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 1-2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71650" y="1882378"/>
            <a:ext cx="5186195" cy="535781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주식 기본 지식 학습 및 프로젝트 기획 수립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57845" y="1882378"/>
            <a:ext cx="1843255" cy="535781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2900" y="2418159"/>
            <a:ext cx="1428750" cy="692944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 3 (Current)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771650" y="2418159"/>
            <a:ext cx="5186195" cy="692944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Spider 웹 크롤링 구현 및 데이터 가공 테스트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57845" y="2418159"/>
            <a:ext cx="1843255" cy="692944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2900" y="3111103"/>
            <a:ext cx="1428750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 4-5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71650" y="3111103"/>
            <a:ext cx="5186195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CNN 예측 모델 설계 및 DB 연동 최적화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57845" y="3111103"/>
            <a:ext cx="1843255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PLANNED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2900" y="3643313"/>
            <a:ext cx="1428750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 6-7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771650" y="3643313"/>
            <a:ext cx="5186195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프론트엔드(Spring) 개발 및 차트 시각화 구현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57845" y="3643313"/>
            <a:ext cx="1843255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PLANNED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2900" y="4175522"/>
            <a:ext cx="1428750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Week 8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771650" y="4175522"/>
            <a:ext cx="5186195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최종 통합 테스트 및 프로젝트 결과 보고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957845" y="4175522"/>
            <a:ext cx="1843255" cy="532209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ctr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PLANNED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0" y="4657725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442913"/>
            <a:ext cx="84582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기대효과와 다음 액션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2900" y="1114425"/>
            <a:ext cx="8458200" cy="3686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1114425"/>
            <a:ext cx="8458200" cy="7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3"/>
          <p:cNvSpPr/>
          <p:nvPr/>
        </p:nvSpPr>
        <p:spPr>
          <a:xfrm>
            <a:off x="342900" y="1457325"/>
            <a:ext cx="405765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프로젝트 기대효과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1494" y="1935956"/>
            <a:ext cx="38790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기반 의사결정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1494" y="2200275"/>
            <a:ext cx="38790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주관적 판단이 아닌 정량적 데이터와 예측 모델에 근거한 투자 지표 제공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21494" y="2543175"/>
            <a:ext cx="38790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분석 프로세스 자동화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1494" y="2807494"/>
            <a:ext cx="38790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데이터 수집 및 가공 시간을 단축하여 분석 효율성 극대화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21494" y="3150394"/>
            <a:ext cx="38790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직관적 정보 전달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1494" y="3414713"/>
            <a:ext cx="38790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수치를 시각화하여 비전문가도 쉽게 이해할 수 있는 UI 구현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43450" y="1457325"/>
            <a:ext cx="4057650" cy="3343275"/>
          </a:xfrm>
          <a:prstGeom prst="rect">
            <a:avLst/>
          </a:prstGeom>
          <a:solidFill>
            <a:srgbClr val="111827"/>
          </a:solidFill>
          <a:ln w="9144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403872"/>
            <a:ext cx="348615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E63946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NEXT ACTION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2825353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네이버 증권 Spider 크롤러 고도화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0" y="3168253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추출 데이터(좌측 3개 컬럼) 정제 및 DB 적재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3511153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CNN 모델 기초 설계 및 학습 데이터 준비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0" y="4657725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515</Words>
  <Application>Microsoft Office PowerPoint</Application>
  <PresentationFormat>화면 슬라이드 쇼(16:9)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Noto Sans KR</vt:lpstr>
      <vt:lpstr>Noto Sans KR Bold</vt:lpstr>
      <vt:lpstr>Roboto Mono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2</cp:revision>
  <dcterms:created xsi:type="dcterms:W3CDTF">2026-09-22T10:48:44Z</dcterms:created>
  <dcterms:modified xsi:type="dcterms:W3CDTF">2026-09-22T10:54:26Z</dcterms:modified>
</cp:coreProperties>
</file>